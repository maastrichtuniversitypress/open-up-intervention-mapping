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367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161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392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81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939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673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960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014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600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328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859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7990-62B8-4398-B3E3-08FC85D0E3D5}" type="datetimeFigureOut">
              <a:rPr lang="nl-NL" smtClean="0"/>
              <a:t>26-3-2020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3C067-36B6-4CD2-80A6-633492D3C2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08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rocess 4"/>
          <p:cNvSpPr/>
          <p:nvPr/>
        </p:nvSpPr>
        <p:spPr>
          <a:xfrm>
            <a:off x="0" y="457199"/>
            <a:ext cx="2500313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b="1" dirty="0"/>
              <a:t>Personal </a:t>
            </a:r>
            <a:endParaRPr lang="nl-NL" sz="2400" dirty="0"/>
          </a:p>
          <a:p>
            <a:pPr algn="ctr"/>
            <a:r>
              <a:rPr lang="nl-NL" sz="2400" b="1" dirty="0" err="1"/>
              <a:t>Determinants</a:t>
            </a:r>
            <a:endParaRPr lang="nl-NL" sz="2400" dirty="0"/>
          </a:p>
        </p:txBody>
      </p:sp>
      <p:sp>
        <p:nvSpPr>
          <p:cNvPr id="6" name="Flowchart: Process 5"/>
          <p:cNvSpPr/>
          <p:nvPr/>
        </p:nvSpPr>
        <p:spPr>
          <a:xfrm>
            <a:off x="0" y="2607469"/>
            <a:ext cx="2500313" cy="99298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b="1"/>
              <a:t>Personal </a:t>
            </a:r>
            <a:endParaRPr lang="nl-NL" sz="2400"/>
          </a:p>
          <a:p>
            <a:pPr algn="ctr"/>
            <a:r>
              <a:rPr lang="nl-NL" sz="2400" b="1"/>
              <a:t>Determinants</a:t>
            </a:r>
            <a:endParaRPr lang="nl-NL" sz="2400" dirty="0"/>
          </a:p>
        </p:txBody>
      </p:sp>
      <p:sp>
        <p:nvSpPr>
          <p:cNvPr id="7" name="Flowchart: Process 6"/>
          <p:cNvSpPr/>
          <p:nvPr/>
        </p:nvSpPr>
        <p:spPr>
          <a:xfrm>
            <a:off x="3086100" y="457199"/>
            <a:ext cx="4129088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b="1" dirty="0"/>
              <a:t>Behavior of At-Risk Group</a:t>
            </a:r>
            <a:endParaRPr lang="nl-NL" sz="2000" dirty="0"/>
          </a:p>
        </p:txBody>
      </p:sp>
      <p:sp>
        <p:nvSpPr>
          <p:cNvPr id="8" name="Flowchart: Process 7"/>
          <p:cNvSpPr/>
          <p:nvPr/>
        </p:nvSpPr>
        <p:spPr>
          <a:xfrm>
            <a:off x="3086100" y="2607467"/>
            <a:ext cx="4129088" cy="99298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Environmental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Behavior of Environmental Agents</a:t>
            </a:r>
            <a:endParaRPr lang="nl-NL" sz="2000" dirty="0"/>
          </a:p>
        </p:txBody>
      </p:sp>
      <p:sp>
        <p:nvSpPr>
          <p:cNvPr id="9" name="Flowchart: Process 8"/>
          <p:cNvSpPr/>
          <p:nvPr/>
        </p:nvSpPr>
        <p:spPr>
          <a:xfrm>
            <a:off x="3086100" y="3633773"/>
            <a:ext cx="4129088" cy="155257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Interpersonal</a:t>
            </a:r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Organizational</a:t>
            </a:r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Community</a:t>
            </a:r>
            <a:endParaRPr lang="nl-NL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Society</a:t>
            </a:r>
            <a:endParaRPr lang="nl-NL" sz="2000" dirty="0"/>
          </a:p>
        </p:txBody>
      </p:sp>
      <p:sp>
        <p:nvSpPr>
          <p:cNvPr id="10" name="Flowchart: Process 9"/>
          <p:cNvSpPr/>
          <p:nvPr/>
        </p:nvSpPr>
        <p:spPr>
          <a:xfrm>
            <a:off x="7703342" y="1378741"/>
            <a:ext cx="1957388" cy="133112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b="1"/>
              <a:t>Health Problems</a:t>
            </a:r>
            <a:endParaRPr lang="nl-NL" sz="2400"/>
          </a:p>
        </p:txBody>
      </p:sp>
      <p:sp>
        <p:nvSpPr>
          <p:cNvPr id="11" name="Flowchart: Process 10"/>
          <p:cNvSpPr/>
          <p:nvPr/>
        </p:nvSpPr>
        <p:spPr>
          <a:xfrm>
            <a:off x="10291764" y="1378741"/>
            <a:ext cx="1900236" cy="134540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b="1" dirty="0" err="1"/>
              <a:t>Quality</a:t>
            </a:r>
            <a:r>
              <a:rPr lang="nl-NL" sz="2400" b="1" dirty="0"/>
              <a:t> </a:t>
            </a:r>
            <a:endParaRPr lang="nl-NL" sz="2400" dirty="0"/>
          </a:p>
          <a:p>
            <a:pPr algn="ctr"/>
            <a:r>
              <a:rPr lang="nl-NL" sz="2400" b="1" dirty="0"/>
              <a:t>of Life</a:t>
            </a:r>
            <a:endParaRPr lang="nl-NL" sz="2400" dirty="0"/>
          </a:p>
        </p:txBody>
      </p:sp>
      <p:sp>
        <p:nvSpPr>
          <p:cNvPr id="12" name="Right Arrow 11"/>
          <p:cNvSpPr/>
          <p:nvPr/>
        </p:nvSpPr>
        <p:spPr>
          <a:xfrm>
            <a:off x="9732170" y="2044301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ight Arrow 12"/>
          <p:cNvSpPr/>
          <p:nvPr/>
        </p:nvSpPr>
        <p:spPr>
          <a:xfrm>
            <a:off x="2559845" y="861537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ight Arrow 13"/>
          <p:cNvSpPr/>
          <p:nvPr/>
        </p:nvSpPr>
        <p:spPr>
          <a:xfrm>
            <a:off x="2559845" y="3103958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Up-Down Arrow 14"/>
          <p:cNvSpPr/>
          <p:nvPr/>
        </p:nvSpPr>
        <p:spPr>
          <a:xfrm>
            <a:off x="5114929" y="1378741"/>
            <a:ext cx="45719" cy="1228726"/>
          </a:xfrm>
          <a:prstGeom prst="upDownArrow">
            <a:avLst/>
          </a:prstGeom>
          <a:ln w="127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Bent-Up Arrow 15"/>
          <p:cNvSpPr/>
          <p:nvPr/>
        </p:nvSpPr>
        <p:spPr>
          <a:xfrm>
            <a:off x="7215188" y="2759865"/>
            <a:ext cx="1571625" cy="540548"/>
          </a:xfrm>
          <a:prstGeom prst="bentUpArrow">
            <a:avLst/>
          </a:prstGeom>
          <a:solidFill>
            <a:schemeClr val="accent1">
              <a:lumMod val="75000"/>
            </a:schemeClr>
          </a:solidFill>
          <a:ln w="920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Bent-Up Arrow 16"/>
          <p:cNvSpPr/>
          <p:nvPr/>
        </p:nvSpPr>
        <p:spPr>
          <a:xfrm rot="10800000" flipH="1">
            <a:off x="7215188" y="823069"/>
            <a:ext cx="1571625" cy="505665"/>
          </a:xfrm>
          <a:prstGeom prst="bentUpArrow">
            <a:avLst>
              <a:gd name="adj1" fmla="val 25000"/>
              <a:gd name="adj2" fmla="val 20127"/>
              <a:gd name="adj3" fmla="val 16524"/>
            </a:avLst>
          </a:prstGeom>
          <a:solidFill>
            <a:schemeClr val="accent1">
              <a:lumMod val="75000"/>
            </a:schemeClr>
          </a:solidFill>
          <a:ln w="920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806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5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l-NL"/>
          </a:p>
        </p:txBody>
      </p:sp>
      <p:sp>
        <p:nvSpPr>
          <p:cNvPr id="54" name="Flowchart: Process 53"/>
          <p:cNvSpPr/>
          <p:nvPr/>
        </p:nvSpPr>
        <p:spPr>
          <a:xfrm>
            <a:off x="0" y="457198"/>
            <a:ext cx="1331259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Change</a:t>
            </a:r>
            <a:endParaRPr lang="en-US" altLang="nl-NL" b="1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</a:t>
            </a:r>
            <a:r>
              <a:rPr lang="en-US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bjectives</a:t>
            </a:r>
            <a:endParaRPr lang="en-US" altLang="nl-NL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5" name="Flowchart: Process 54"/>
          <p:cNvSpPr/>
          <p:nvPr/>
        </p:nvSpPr>
        <p:spPr>
          <a:xfrm>
            <a:off x="2004739" y="457198"/>
            <a:ext cx="1714229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Personal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Determinants</a:t>
            </a:r>
            <a:endParaRPr lang="nl-NL" altLang="nl-NL" b="1" dirty="0">
              <a:solidFill>
                <a:schemeClr val="tx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6" name="Flowchart: Process 55"/>
          <p:cNvSpPr/>
          <p:nvPr/>
        </p:nvSpPr>
        <p:spPr>
          <a:xfrm>
            <a:off x="4347821" y="457198"/>
            <a:ext cx="1959374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Performance objectives</a:t>
            </a:r>
          </a:p>
        </p:txBody>
      </p:sp>
      <p:sp>
        <p:nvSpPr>
          <p:cNvPr id="57" name="Flowchart: Process 56"/>
          <p:cNvSpPr/>
          <p:nvPr/>
        </p:nvSpPr>
        <p:spPr>
          <a:xfrm>
            <a:off x="7020046" y="457198"/>
            <a:ext cx="2559957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Behavioral Outcomes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of At-Risk Group</a:t>
            </a:r>
          </a:p>
        </p:txBody>
      </p:sp>
      <p:sp>
        <p:nvSpPr>
          <p:cNvPr id="58" name="Flowchart: Process 57"/>
          <p:cNvSpPr/>
          <p:nvPr/>
        </p:nvSpPr>
        <p:spPr>
          <a:xfrm>
            <a:off x="14550" y="2611439"/>
            <a:ext cx="1331259" cy="84296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Change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</a:t>
            </a:r>
            <a:r>
              <a:rPr lang="en-US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bjectives</a:t>
            </a:r>
            <a:endParaRPr lang="en-US" altLang="nl-NL" b="1" dirty="0">
              <a:solidFill>
                <a:schemeClr val="tx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9" name="Flowchart: Process 58"/>
          <p:cNvSpPr/>
          <p:nvPr/>
        </p:nvSpPr>
        <p:spPr>
          <a:xfrm>
            <a:off x="2037311" y="2611439"/>
            <a:ext cx="1694510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Personal </a:t>
            </a:r>
            <a:r>
              <a:rPr lang="nl-NL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Determinants</a:t>
            </a:r>
            <a:endParaRPr lang="nl-NL" altLang="nl-NL" b="1" dirty="0">
              <a:solidFill>
                <a:schemeClr val="tx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60" name="Flowchart: Process 59"/>
          <p:cNvSpPr/>
          <p:nvPr/>
        </p:nvSpPr>
        <p:spPr>
          <a:xfrm>
            <a:off x="4382053" y="2620852"/>
            <a:ext cx="1942317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Performance objectives</a:t>
            </a:r>
          </a:p>
        </p:txBody>
      </p:sp>
      <p:sp>
        <p:nvSpPr>
          <p:cNvPr id="61" name="Flowchart: Process 60"/>
          <p:cNvSpPr/>
          <p:nvPr/>
        </p:nvSpPr>
        <p:spPr>
          <a:xfrm>
            <a:off x="6987454" y="2615549"/>
            <a:ext cx="2559958" cy="84296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Environmental Outcomes &amp; </a:t>
            </a:r>
            <a:r>
              <a:rPr lang="en-US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Behaviorof</a:t>
            </a:r>
            <a:r>
              <a:rPr lang="en-US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Agents</a:t>
            </a:r>
          </a:p>
        </p:txBody>
      </p:sp>
      <p:sp>
        <p:nvSpPr>
          <p:cNvPr id="62" name="Flowchart: Process 61"/>
          <p:cNvSpPr/>
          <p:nvPr/>
        </p:nvSpPr>
        <p:spPr>
          <a:xfrm>
            <a:off x="9654988" y="1330870"/>
            <a:ext cx="1333612" cy="120825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Health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Outcomes</a:t>
            </a:r>
            <a:endParaRPr lang="nl-NL" altLang="nl-NL" b="1" dirty="0">
              <a:solidFill>
                <a:schemeClr val="tx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63" name="Flowchart: Process 62"/>
          <p:cNvSpPr/>
          <p:nvPr/>
        </p:nvSpPr>
        <p:spPr>
          <a:xfrm>
            <a:off x="11134165" y="1320633"/>
            <a:ext cx="1057835" cy="120825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nl-NL" altLang="nl-NL" b="1" dirty="0" err="1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Quality</a:t>
            </a: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b="1" dirty="0">
                <a:solidFill>
                  <a:schemeClr val="tx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of Life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397554" y="3043385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5" name="Right Arrow 64"/>
          <p:cNvSpPr/>
          <p:nvPr/>
        </p:nvSpPr>
        <p:spPr>
          <a:xfrm>
            <a:off x="1371564" y="858877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6" name="Right Arrow 65"/>
          <p:cNvSpPr/>
          <p:nvPr/>
        </p:nvSpPr>
        <p:spPr>
          <a:xfrm>
            <a:off x="3731821" y="830009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7" name="Right Arrow 66"/>
          <p:cNvSpPr/>
          <p:nvPr/>
        </p:nvSpPr>
        <p:spPr>
          <a:xfrm>
            <a:off x="3783566" y="3032920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ight Arrow 67"/>
          <p:cNvSpPr/>
          <p:nvPr/>
        </p:nvSpPr>
        <p:spPr>
          <a:xfrm>
            <a:off x="6362286" y="3043385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9" name="Right Arrow 68"/>
          <p:cNvSpPr/>
          <p:nvPr/>
        </p:nvSpPr>
        <p:spPr>
          <a:xfrm>
            <a:off x="6381531" y="816250"/>
            <a:ext cx="55959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0" name="Up-Down Arrow 69"/>
          <p:cNvSpPr/>
          <p:nvPr/>
        </p:nvSpPr>
        <p:spPr>
          <a:xfrm>
            <a:off x="5270203" y="1320634"/>
            <a:ext cx="45719" cy="1228726"/>
          </a:xfrm>
          <a:prstGeom prst="upDownArrow">
            <a:avLst/>
          </a:prstGeom>
          <a:ln w="127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Up-Down Arrow 70"/>
          <p:cNvSpPr/>
          <p:nvPr/>
        </p:nvSpPr>
        <p:spPr>
          <a:xfrm>
            <a:off x="8221714" y="1300161"/>
            <a:ext cx="45719" cy="1228726"/>
          </a:xfrm>
          <a:prstGeom prst="upDownArrow">
            <a:avLst/>
          </a:prstGeom>
          <a:ln w="127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2" name="Bent-Up Arrow 71"/>
          <p:cNvSpPr/>
          <p:nvPr/>
        </p:nvSpPr>
        <p:spPr>
          <a:xfrm>
            <a:off x="9580003" y="2549359"/>
            <a:ext cx="868564" cy="524813"/>
          </a:xfrm>
          <a:prstGeom prst="bentUpArrow">
            <a:avLst/>
          </a:prstGeom>
          <a:solidFill>
            <a:schemeClr val="accent1">
              <a:lumMod val="75000"/>
            </a:schemeClr>
          </a:solidFill>
          <a:ln w="920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Bent-Up Arrow 72"/>
          <p:cNvSpPr/>
          <p:nvPr/>
        </p:nvSpPr>
        <p:spPr>
          <a:xfrm rot="10800000" flipH="1">
            <a:off x="9593742" y="754924"/>
            <a:ext cx="854825" cy="565709"/>
          </a:xfrm>
          <a:prstGeom prst="bentUpArrow">
            <a:avLst>
              <a:gd name="adj1" fmla="val 25000"/>
              <a:gd name="adj2" fmla="val 20127"/>
              <a:gd name="adj3" fmla="val 16524"/>
            </a:avLst>
          </a:prstGeom>
          <a:solidFill>
            <a:schemeClr val="accent1">
              <a:lumMod val="75000"/>
            </a:schemeClr>
          </a:solidFill>
          <a:ln w="920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4" name="Right Arrow 73"/>
          <p:cNvSpPr/>
          <p:nvPr/>
        </p:nvSpPr>
        <p:spPr>
          <a:xfrm>
            <a:off x="10896288" y="1901900"/>
            <a:ext cx="184624" cy="45719"/>
          </a:xfrm>
          <a:prstGeom prst="rightArrow">
            <a:avLst/>
          </a:prstGeom>
          <a:ln w="152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626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2624408" y="2194145"/>
            <a:ext cx="1766823" cy="6253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Personal </a:t>
            </a:r>
            <a:endParaRPr kumimoji="0" lang="nl-NL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Determinants</a:t>
            </a:r>
            <a:endParaRPr kumimoji="0" lang="nl-NL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6557928" y="2199446"/>
            <a:ext cx="2883563" cy="6331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Behavioral</a:t>
            </a:r>
            <a:r>
              <a:rPr kumimoji="0" lang="en-US" altLang="nl-NL" sz="20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Outcomes of At-Risk Group</a:t>
            </a:r>
            <a:endParaRPr kumimoji="0" lang="en-US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6581878" y="3666137"/>
            <a:ext cx="2859613" cy="630629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Environmental</a:t>
            </a:r>
            <a:r>
              <a:rPr kumimoji="0" lang="en-US" altLang="nl-NL" sz="20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Outcomes &amp; Behavior</a:t>
            </a:r>
            <a:r>
              <a:rPr kumimoji="0" lang="en-US" altLang="nl-NL" sz="2000" b="1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of Agents</a:t>
            </a:r>
            <a:endParaRPr kumimoji="0" lang="en-US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2624051" y="3671962"/>
            <a:ext cx="1766822" cy="62480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Personal </a:t>
            </a:r>
            <a:r>
              <a:rPr kumimoji="0" lang="nl-NL" altLang="nl-NL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Determinants</a:t>
            </a:r>
            <a:endParaRPr kumimoji="0" lang="nl-NL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9505595" y="2835011"/>
            <a:ext cx="1263406" cy="8004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Health</a:t>
            </a:r>
            <a:r>
              <a:rPr kumimoji="0" lang="nl-NL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nl-NL" altLang="nl-NL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Outcomes</a:t>
            </a:r>
            <a:endParaRPr kumimoji="0" lang="nl-NL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6" name="Text Box 19"/>
          <p:cNvSpPr txBox="1">
            <a:spLocks noChangeArrowheads="1"/>
          </p:cNvSpPr>
          <p:nvPr/>
        </p:nvSpPr>
        <p:spPr bwMode="auto">
          <a:xfrm>
            <a:off x="11202167" y="2826588"/>
            <a:ext cx="989833" cy="8004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Quality</a:t>
            </a: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nl-NL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of Life</a:t>
            </a:r>
            <a:endParaRPr kumimoji="0" lang="nl-NL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640757" y="3671961"/>
            <a:ext cx="1644169" cy="62480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Performance</a:t>
            </a:r>
            <a:r>
              <a:rPr kumimoji="0" lang="en-US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objectives</a:t>
            </a:r>
            <a:endParaRPr kumimoji="0" lang="en-US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9304" y="3672672"/>
            <a:ext cx="2343539" cy="6248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Change</a:t>
            </a:r>
            <a:r>
              <a:rPr kumimoji="0" lang="nl-NL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nl-NL" altLang="nl-NL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objectives</a:t>
            </a: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-25392" y="2207185"/>
            <a:ext cx="2343538" cy="6253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Change</a:t>
            </a:r>
            <a:r>
              <a:rPr lang="nl-NL" altLang="nl-NL" dirty="0">
                <a:solidFill>
                  <a:schemeClr val="bg1"/>
                </a:solidFill>
              </a:rPr>
              <a:t> </a:t>
            </a:r>
            <a:r>
              <a:rPr kumimoji="0" lang="nl-NL" altLang="nl-NL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objectives</a:t>
            </a: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12354" y="4648103"/>
            <a:ext cx="2343538" cy="6331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Methods</a:t>
            </a:r>
            <a:r>
              <a:rPr kumimoji="0" lang="nl-NL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nl-NL" altLang="nl-NL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kumimoji="0" lang="nl-NL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Practical Applications</a:t>
            </a:r>
            <a:endParaRPr kumimoji="0" lang="nl-NL" altLang="nl-NL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-1386" y="1222861"/>
            <a:ext cx="2326340" cy="63425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Methods</a:t>
            </a:r>
            <a:r>
              <a:rPr kumimoji="0" lang="nl-NL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nl-NL" altLang="nl-NL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kumimoji="0" lang="nl-NL" altLang="nl-NL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Practical Applications</a:t>
            </a:r>
            <a:endParaRPr kumimoji="0" lang="nl-NL" altLang="nl-NL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-25392" y="5627241"/>
            <a:ext cx="1564690" cy="6253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Program</a:t>
            </a: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-1386" y="234824"/>
            <a:ext cx="1564690" cy="6252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Program</a:t>
            </a: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4628478" y="2194702"/>
            <a:ext cx="1656447" cy="62480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nl-NL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Performance objectives</a:t>
            </a:r>
            <a:endParaRPr kumimoji="0" lang="en-US" altLang="nl-NL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5" name="Right Arrow 34"/>
          <p:cNvSpPr/>
          <p:nvPr/>
        </p:nvSpPr>
        <p:spPr>
          <a:xfrm flipV="1">
            <a:off x="2299779" y="2509203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ight Arrow 35"/>
          <p:cNvSpPr/>
          <p:nvPr/>
        </p:nvSpPr>
        <p:spPr>
          <a:xfrm flipV="1">
            <a:off x="2317709" y="3994556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Right Arrow 37"/>
          <p:cNvSpPr/>
          <p:nvPr/>
        </p:nvSpPr>
        <p:spPr>
          <a:xfrm flipV="1">
            <a:off x="4379587" y="2491275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Right Arrow 38"/>
          <p:cNvSpPr/>
          <p:nvPr/>
        </p:nvSpPr>
        <p:spPr>
          <a:xfrm flipV="1">
            <a:off x="6230803" y="2500239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Right Arrow 39"/>
          <p:cNvSpPr/>
          <p:nvPr/>
        </p:nvSpPr>
        <p:spPr>
          <a:xfrm flipV="1">
            <a:off x="4366144" y="3972145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ight Arrow 40"/>
          <p:cNvSpPr/>
          <p:nvPr/>
        </p:nvSpPr>
        <p:spPr>
          <a:xfrm flipV="1">
            <a:off x="6239766" y="3963181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Up-Down Arrow 41"/>
          <p:cNvSpPr/>
          <p:nvPr/>
        </p:nvSpPr>
        <p:spPr>
          <a:xfrm>
            <a:off x="5419165" y="2928935"/>
            <a:ext cx="67235" cy="683826"/>
          </a:xfrm>
          <a:prstGeom prst="upDownArrow">
            <a:avLst/>
          </a:prstGeom>
          <a:ln w="1270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Right Arrow 43"/>
          <p:cNvSpPr/>
          <p:nvPr/>
        </p:nvSpPr>
        <p:spPr>
          <a:xfrm rot="5400000" flipV="1">
            <a:off x="612906" y="998515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5" name="Right Arrow 44"/>
          <p:cNvSpPr/>
          <p:nvPr/>
        </p:nvSpPr>
        <p:spPr>
          <a:xfrm rot="5400000" flipV="1">
            <a:off x="622426" y="2008171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Right Arrow 45"/>
          <p:cNvSpPr/>
          <p:nvPr/>
        </p:nvSpPr>
        <p:spPr>
          <a:xfrm rot="16200000" flipV="1">
            <a:off x="630745" y="4476193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7" name="Right Arrow 46"/>
          <p:cNvSpPr/>
          <p:nvPr/>
        </p:nvSpPr>
        <p:spPr>
          <a:xfrm rot="16200000" flipV="1">
            <a:off x="625977" y="5471564"/>
            <a:ext cx="300427" cy="45719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Right Arrow 47"/>
          <p:cNvSpPr/>
          <p:nvPr/>
        </p:nvSpPr>
        <p:spPr>
          <a:xfrm>
            <a:off x="10844213" y="3230640"/>
            <a:ext cx="293851" cy="55485"/>
          </a:xfrm>
          <a:prstGeom prst="rightArrow">
            <a:avLst/>
          </a:prstGeom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9" name="Bent-Up Arrow 48"/>
          <p:cNvSpPr/>
          <p:nvPr/>
        </p:nvSpPr>
        <p:spPr>
          <a:xfrm>
            <a:off x="9483177" y="3576408"/>
            <a:ext cx="803823" cy="463868"/>
          </a:xfrm>
          <a:prstGeom prst="bentUpArrow">
            <a:avLst/>
          </a:prstGeom>
          <a:solidFill>
            <a:schemeClr val="accent5">
              <a:lumMod val="60000"/>
              <a:lumOff val="40000"/>
            </a:schemeClr>
          </a:solidFill>
          <a:ln w="920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0" name="Up-Down Arrow 49"/>
          <p:cNvSpPr/>
          <p:nvPr/>
        </p:nvSpPr>
        <p:spPr>
          <a:xfrm>
            <a:off x="7929005" y="2943223"/>
            <a:ext cx="71995" cy="664770"/>
          </a:xfrm>
          <a:prstGeom prst="upDownArrow">
            <a:avLst/>
          </a:prstGeom>
          <a:ln w="1270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Bent-Up Arrow 50"/>
          <p:cNvSpPr/>
          <p:nvPr/>
        </p:nvSpPr>
        <p:spPr>
          <a:xfrm rot="10800000" flipH="1">
            <a:off x="9353746" y="2430205"/>
            <a:ext cx="947541" cy="541594"/>
          </a:xfrm>
          <a:prstGeom prst="bentUpArrow">
            <a:avLst/>
          </a:prstGeom>
          <a:solidFill>
            <a:schemeClr val="accent5">
              <a:lumMod val="60000"/>
              <a:lumOff val="40000"/>
            </a:schemeClr>
          </a:solidFill>
          <a:ln w="920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869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93</Words>
  <Application>Microsoft Office PowerPoint</Application>
  <PresentationFormat>Widescreen</PresentationFormat>
  <Paragraphs>47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Oei</dc:creator>
  <cp:lastModifiedBy>Nicole Oei</cp:lastModifiedBy>
  <cp:revision>18</cp:revision>
  <dcterms:created xsi:type="dcterms:W3CDTF">2018-06-07T12:06:58Z</dcterms:created>
  <dcterms:modified xsi:type="dcterms:W3CDTF">2020-03-26T12:57:44Z</dcterms:modified>
</cp:coreProperties>
</file>